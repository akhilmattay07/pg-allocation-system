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77EE-2752-7648-ACBE-CA2C8EA98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F74BC-F5FB-B540-8697-98F51D84B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93921-7CF3-9A0B-F3A9-02C5D91B0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F245-7DE4-499F-B8D1-ABCBC74389A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4C817-6671-9DA0-4D3B-FB50CCC7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4F8AB-9EE9-11A2-DB4A-233497F4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A05FF-B044-4AEC-BE00-D35BE1B96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387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199B1-6D72-2C17-6124-161578AA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674DF-37E8-3F2D-0D31-029F3DFAF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EDBD2-203D-9159-7441-CC3D46260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F245-7DE4-499F-B8D1-ABCBC74389A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CA62B-EB9B-51D0-8C4F-BBFE83C1F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60F5A-21EE-6C1A-6B55-58D2A935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A05FF-B044-4AEC-BE00-D35BE1B96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64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BE5D4-45A5-F720-7BC9-49DFBED74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10DD-7A33-E821-38BA-75161142A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86E44-C3CA-5BFE-F653-43DE27B0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F245-7DE4-499F-B8D1-ABCBC74389A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C3FDE-3C8E-C2B8-BA2B-B9FE36D1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650D8-1938-56BD-75A7-51B6C846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A05FF-B044-4AEC-BE00-D35BE1B96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29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BE1A-217F-04F0-EDFF-F8099319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633B5-85A2-83F2-01FA-962723556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47486-3015-FBCA-DB51-DFBD30A46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4B7B5-233B-86D7-F0D0-612054DE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F245-7DE4-499F-B8D1-ABCBC74389A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FC3AA-4711-E79C-B87A-1B3B6492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46E35-DC6E-C1CB-3737-26D27B86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A05FF-B044-4AEC-BE00-D35BE1B96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2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87527-F716-41C3-1168-ED68322D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854EC-8583-FB75-3836-596E0F97E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8880B-7E06-97E7-ED82-060297D3C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7559B1-3CCA-3A6E-94CF-66D90869D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2E3A4-33D3-9365-6CBC-1ECBADFE1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217286-F700-8339-3937-C107AB6F8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F245-7DE4-499F-B8D1-ABCBC74389A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7D2598-5058-C2BA-FF97-F7FC0D1E5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661DBD-1485-A1B2-628F-C4A63084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A05FF-B044-4AEC-BE00-D35BE1B96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27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91664-EEAD-9CA0-E078-8F968F400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991B7-B8B1-9563-2350-E85DD8BE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F245-7DE4-499F-B8D1-ABCBC74389A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09E6B-DAF6-E59D-95DC-11756B01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960FF-1B94-37F8-E1A9-6C9E4B42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A05FF-B044-4AEC-BE00-D35BE1B96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10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0D329F-515E-0FE1-E8CE-0136CEE6D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F245-7DE4-499F-B8D1-ABCBC74389A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B1C7D-14DF-C2A1-7159-B63840A52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EB94E-0E4C-0CB7-FC62-B51A3D3B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A05FF-B044-4AEC-BE00-D35BE1B96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028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A403-7D6D-C37D-C817-2ECC4F2A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8547C-99D5-5E3D-E876-3DD4BCFB8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38235-6738-0A51-7FE6-DA6A90CC4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E0FCB-156F-ADE7-0821-BF97297FF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F245-7DE4-499F-B8D1-ABCBC74389A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13651-3629-DB6C-05C3-CCE0F28CD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215B9-8A79-32BB-1640-F58E3741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A05FF-B044-4AEC-BE00-D35BE1B96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41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997C-DC3E-B138-9EA4-525C19032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AEBFAF-BB6D-0B94-EFEF-00A486726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179F1-FC25-91EB-6300-99FD0A808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C5FDE-C6CD-4C95-79E3-D9F98369B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F245-7DE4-499F-B8D1-ABCBC74389A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255E8-D257-89C8-A49B-112677DA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158E9-1BFB-9D41-F2D8-5CC73CD4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A05FF-B044-4AEC-BE00-D35BE1B96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81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EA0E0-10FE-C04D-1C7D-94D1F577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4EDD8-BE4B-9AEF-CE6D-2EE5EB3BD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93EC0-F7C6-790A-4309-E3DBE5D9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F245-7DE4-499F-B8D1-ABCBC74389A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DFF98-4CC7-0EC4-C01B-0BB6F508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FC763-5849-4779-8641-F41EC4B7C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A05FF-B044-4AEC-BE00-D35BE1B96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19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8863B4-34A6-A6BD-7A91-26DF75F0BC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BBEEE-3EFD-03B5-7543-A721CACB2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E03B7-C138-E3EB-46BC-6ED3D881C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F245-7DE4-499F-B8D1-ABCBC74389A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DA0F-E9F7-CFFC-01E6-16DB54CF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FA7F-9875-5112-BE86-3AB24D97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A05FF-B044-4AEC-BE00-D35BE1B96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6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CA493-7ED2-C6EA-166B-33FFE1BE6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1CF3B-F79B-3756-261E-7A13D68FC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2A6F-1039-2A99-76F7-1767DA982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2F245-7DE4-499F-B8D1-ABCBC74389A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D1B11-308B-B84C-92B1-8A65E0D49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F9812-4DA7-99A7-061E-989525F74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A05FF-B044-4AEC-BE00-D35BE1B96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88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B385A-1230-332A-790B-F8D5990292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C01D3-1783-B224-BFB6-EDDC1C0CCF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CE528-09CD-11E4-4976-979A64363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5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9B99E-D9AC-A818-41B1-3F471FB4F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FCB10-CB8E-9374-B81C-899FBC175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472896-5136-B0CF-5A0F-43A53B01B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" y="0"/>
            <a:ext cx="12184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26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4E655-494D-3AA0-222C-F71ED613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B681E-0C47-78BB-728F-AF6B798C9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7B8A9-D025-887A-E5BF-2A8C8DFA3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0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D4CC-3CBD-261D-50A1-C9C72604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1C829-45CC-4AEF-B779-0463CEBB3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82924-2EFE-5201-1B84-7F18C3D2C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0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5265-B7A4-1B7D-2C2D-91FEDA23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B95C6-2807-47B2-5310-21B26A3D0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1EFFD-441C-2AFE-B64A-864517BF8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9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A445-E3B9-738E-6539-70C5F8A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4EE22-6019-6F2E-F2D4-34DC3BA87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E4734-8056-53D3-39E0-6E46C9724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51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E560-68D9-E262-80AE-3AEAE454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C1BF8-4068-CF78-EB83-AB37CE6BB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4D740-6EF6-05E8-B15E-6D5EB1260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" y="0"/>
            <a:ext cx="12184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20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B6A8-E0A8-C13B-7786-FD34BA69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005D6-25F4-969A-7D31-1EA76065D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F6C38-251E-2FD1-CD1C-53C04D66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28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EE15F-8165-FD10-45EC-E5BA147FA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22C7B-1C49-1CC0-571B-AE92CCA9B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8541C-F251-A018-F869-7783BFC6B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3" y="0"/>
            <a:ext cx="12280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74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BBAB-4CDB-D794-B3B1-17968D08B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3B2C4-A018-F47D-C7C9-00247F779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42726-1C22-67D4-26A9-FB99D1E5C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37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33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 Mattay</dc:creator>
  <cp:lastModifiedBy>Akhil Mattay</cp:lastModifiedBy>
  <cp:revision>1</cp:revision>
  <dcterms:created xsi:type="dcterms:W3CDTF">2025-11-10T05:53:46Z</dcterms:created>
  <dcterms:modified xsi:type="dcterms:W3CDTF">2025-11-10T05:54:17Z</dcterms:modified>
</cp:coreProperties>
</file>